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Cartiqo (SwiftCart)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+ Technical Overview</a:t>
            </a:r>
          </a:p>
          <a:p>
            <a:r>
              <a:t>Generated 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Retail billing is slow and inconsistent when inventory, barcode labels, and billing rules are not centrally managed.</a:t>
            </a:r>
          </a:p>
          <a:p>
            <a:pPr/>
            <a:r>
              <a:t>Mall operations need a single dashboard to manage multiple managers, subscriptions, and sales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Customer scan-to-bill app (Flutter) connected to a mall-specific product catalog in Firestore.</a:t>
            </a:r>
          </a:p>
          <a:p>
            <a:pPr/>
            <a:r>
              <a:t>Web portals for Admins and Mall Managers to manage operations, inventory, and analytics.</a:t>
            </a:r>
          </a:p>
          <a:p>
            <a:pPr/>
            <a:r>
              <a:t>Export-ready reporting (CSV) and print-ready artifacts (PDF labels/receipts).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(At a Glance)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Customer App</a:t>
            </a:r>
          </a:p>
          <a:p>
            <a:pPr/>
            <a:r>
              <a:t>Auth (Email/Phone OTP)</a:t>
            </a:r>
          </a:p>
          <a:p>
            <a:pPr/>
            <a:r>
              <a:t>Mall selection</a:t>
            </a:r>
          </a:p>
          <a:p>
            <a:pPr/>
            <a:r>
              <a:t>Barcode scanning + cart</a:t>
            </a:r>
          </a:p>
          <a:p>
            <a:pPr/>
            <a:r>
              <a:t>Checkout + payment records</a:t>
            </a:r>
          </a:p>
          <a:p>
            <a:pPr/>
            <a:r>
              <a:t>User profile +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Web Portal</a:t>
            </a:r>
          </a:p>
          <a:p>
            <a:pPr/>
            <a:r>
              <a:t>Admin dashboard (malls/subscriptions/managers)</a:t>
            </a:r>
          </a:p>
          <a:p>
            <a:pPr/>
            <a:r>
              <a:t>Manager portal (inventory, barcodes, billing settings)</a:t>
            </a:r>
          </a:p>
          <a:p>
            <a:pPr/>
            <a:r>
              <a:t>Sales dashboard (filters, grouping, CSV export)</a:t>
            </a:r>
          </a:p>
          <a:p>
            <a:pPr/>
            <a:r>
              <a:t>Announcements + support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Flutter (Dart)</a:t>
            </a:r>
          </a:p>
          <a:p>
            <a:pPr/>
            <a:r>
              <a:t>Firebase Auth + Firestore</a:t>
            </a:r>
          </a:p>
          <a:p>
            <a:pPr/>
            <a:r>
              <a:t>Firebase Hosting (web)</a:t>
            </a:r>
          </a:p>
          <a:p>
            <a:pPr/>
            <a:r>
              <a:t>Provider state management</a:t>
            </a:r>
          </a:p>
          <a:p>
            <a:pPr/>
            <a:r>
              <a:t>CSV + PDF/Printing utilities</a:t>
            </a:r>
          </a:p>
          <a:p>
            <a:pPr/>
            <a:r>
              <a:t>Key packages: mobile_scanner, qr_flutter, csv, pdf, printing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Customer/App User: scan items, build cart, checkout, view history</a:t>
            </a:r>
          </a:p>
          <a:p>
            <a:pPr/>
            <a:r>
              <a:t>Mall Manager: manage inventory, pricing, labels, promotions, sales analysis</a:t>
            </a:r>
          </a:p>
          <a:p>
            <a:pPr/>
            <a:r>
              <a:t>Admin: manage malls, subscriptions, manager accounts, support, and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Scan-to-Bill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Select mall (Firestore `malls`)</a:t>
            </a:r>
          </a:p>
          <a:p>
            <a:pPr/>
            <a:r>
              <a:t>Scan barcode (mobile_scanner)</a:t>
            </a:r>
          </a:p>
          <a:p>
            <a:pPr/>
            <a:r>
              <a:t>Map barcode to product (malls/{mallId}/barcodes + products)</a:t>
            </a:r>
          </a:p>
          <a:p>
            <a:pPr/>
            <a:r>
              <a:t>Build cart (Provider state)</a:t>
            </a:r>
          </a:p>
          <a:p>
            <a:pPr/>
            <a:r>
              <a:t>Checkout applies billing settings and writes payment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Firestore Data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Top-level collections: _test, admins, announcements, barcodes, bills, email_otp_signup, mall_subscriptions, malls, manager_index, managers...</a:t>
            </a:r>
          </a:p>
          <a:p>
            <a:pPr/>
            <a:r>
              <a:t>Malls subcollections: products, barcodes, payments, managers, promotions, staff_activity</a:t>
            </a:r>
          </a:p>
          <a:p>
            <a:pPr/>
            <a:r>
              <a:t>Users subcollections: bills, payments</a:t>
            </a:r>
          </a:p>
          <a:p>
            <a:pPr/>
            <a:r>
              <a:t>Support: announcements, support_requests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Functions (OTP + Cleanup)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Exports: sendPhoneOtp, cleanupExpiredOtps, verifyOtpManual, logOtpEvent, sendEmailOtpSignup, sendPasswordResetOtp, cleanupExpiredEmailOtps</a:t>
            </a:r>
          </a:p>
          <a:p>
            <a:pPr/>
            <a:r>
              <a:t>SMS OTP via Twilio (requires TWILIO_* env vars)</a:t>
            </a:r>
          </a:p>
          <a:p>
            <a:pPr/>
            <a:r>
              <a:t>Email OTP via Resend (requires RESEND_API_KEY)</a:t>
            </a:r>
          </a:p>
          <a:p>
            <a:pPr/>
            <a:r>
              <a:t>Scheduled cleanup jobs for OTP collections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Compliance (Talking 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Firestore is the source of truth; access is governed by security rules (should be reviewed per deployment).</a:t>
            </a:r>
          </a:p>
          <a:p>
            <a:pPr/>
            <a:r>
              <a:t>Sensitive keys must be stored as secrets/environment variables, not committed to the repo.</a:t>
            </a:r>
          </a:p>
          <a:p>
            <a:pPr/>
            <a:r>
              <a:t>Auditability: staff actions are logged to mall staff_activity (best effort).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and Export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Manager sales dashboard: daily/weekly/monthly/yearly grouping and filters</a:t>
            </a:r>
          </a:p>
          <a:p>
            <a:pPr/>
            <a:r>
              <a:t>CSV export of dashboard summary + grouped analysis + underlying payments</a:t>
            </a:r>
          </a:p>
          <a:p>
            <a:pPr/>
            <a:r>
              <a:t>PDF/print services for labels and receipts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(Suggested)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Open web portal: admin login and mall manager login panels</a:t>
            </a:r>
          </a:p>
          <a:p>
            <a:pPr/>
            <a:r>
              <a:t>2) Admin: add mall, set plan/subscription, create manager accounts</a:t>
            </a:r>
          </a:p>
          <a:p>
            <a:pPr/>
            <a:r>
              <a:t>3) Manager: login, add products, generate barcodes, view sales dashboard, export CSV</a:t>
            </a:r>
          </a:p>
          <a:p>
            <a:pPr/>
            <a:r>
              <a:t>4) App: login, select mall, scan products, checkout, view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RBAC + Firestore security rules hardening</a:t>
            </a:r>
          </a:p>
          <a:p>
            <a:pPr/>
            <a:r>
              <a:t>Automated billing reconciliation and settlement reports</a:t>
            </a:r>
          </a:p>
          <a:p>
            <a:pPr/>
            <a:r>
              <a:t>Role-specific analytics dashboards and forecasting</a:t>
            </a:r>
          </a:p>
          <a:p>
            <a:pPr/>
            <a:r>
              <a:t>Multi-tenant auditing and alerting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